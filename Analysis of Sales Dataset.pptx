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5" r:id="rId10"/>
    <p:sldId id="268" r:id="rId11"/>
    <p:sldId id="266" r:id="rId12"/>
    <p:sldId id="267" r:id="rId13"/>
    <p:sldId id="26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092F"/>
    <a:srgbClr val="5EABD6"/>
    <a:srgbClr val="F5EEDD"/>
    <a:srgbClr val="EFE1B5"/>
    <a:srgbClr val="FDEB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>
        <p:guide pos="3840"/>
        <p:guide pos="39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18E-6687-97ED-EBFE-7E80834EC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F60DF-484F-FF77-060B-6BB8A5878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6287D-80F4-2F90-A32F-711AAE31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AEB3F-5E30-B993-2F37-230B3D86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9A85-0AB9-DE6A-9C85-21CD2215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3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5D79-1CD5-4828-DF34-7F097477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4FF2C-B88B-4248-2C74-68B50A614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2D4A3-5857-6692-B3EA-6A716BB7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DA504-A539-B88D-B7BE-618B03827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64E59-EF60-9BB1-6643-6894F05B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5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6A5B-AF5F-BA5F-DF9A-280CABC9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1C834-67FA-6EFA-5434-1F081187F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91066-EBFD-BD6C-091D-AD9BF73F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C6D33-2B6C-6A3F-C3A1-6311EFDE0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A78D-06CE-D6A7-8499-5EF6531A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83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0D0E-8C09-EC26-5CC0-116D78A6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6FA9-79F1-0F96-F9B0-591AC8B26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08C3F-0BDF-539E-0793-C2D990BA5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C7197-B6F6-0140-3B37-AF060F6F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E32-F17F-6C60-1FC4-72CE6F4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50074-F4C0-8089-638C-CD2E8807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1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6871-C7D2-91AE-C3C4-373EFD06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EC280-B620-1265-A16F-2330C038A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CC82B-11A3-BC24-8BC0-962D68C92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840B3-8849-663D-AE71-F5EF7D0FE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56463-CA4D-E02B-251C-14DF3DF97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D4EB9-D5C1-B8CD-6FA7-6F4FC5C8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A8BD91-4246-E1D5-6E55-336D2A23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E6EBD-22C2-D3F4-E04C-CD75C3B1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6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2A26-7F70-4A32-31F2-C0821C84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48A9E-1DA6-4505-4847-3F97F8276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5EE5B-2E09-D35B-FFC4-12BB4FBC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6B44B-B2A5-BF1B-FE4D-4ABA821E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2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CEB8E6-1BF3-A521-4E3F-BC50B8051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322C6-DDD4-2BE3-D18F-3C965902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128D5-BB9C-E138-1FFE-D961CA5C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6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137D-B483-A5F3-8F9D-488A9B3C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94C1C-C9FE-805F-ED00-9F6B55EC2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3AA1B-4E6E-EA06-522A-534534709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4DC1-FCE8-FEA1-648C-628D0A7C1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A132E-CE79-1DFC-BBDD-1944398E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D8C28-E8EC-0D0D-E74C-74D43F90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B589-20C0-BF9A-07C2-91925C998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5339F-E93E-43FA-5A44-89DDCB5D8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11E37-2349-A85D-1774-3CC521980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69E1B-96A7-6D4F-95DE-D551F78C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AED82-0631-5863-0C70-29B57878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771EB-DA7B-E1C9-6631-41AAA14F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05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112D-1702-84CB-453B-0903AA427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51110-522A-F869-4842-B5EB83CA2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4A024-70E6-9D30-C987-AD9B9483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5D40-B5E4-1BB4-F825-E5C0DA03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33984-9EF3-9EFB-E3D8-3DCB80D1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1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F7F67-240C-9222-883A-9B4C9CDA5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4E3EA-B067-DA46-9CCE-F7F7D8641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20B42-C515-7EC5-C202-A1FB2EFAB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18C4F-CAEF-14F7-395A-EEC23530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7D3D-53BE-D73A-FEB5-27540495F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9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24777-72E7-4C74-2818-5B8F84A9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8707D-1009-2406-E96D-B2A082E99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5F51F-B76D-7F84-BB40-829A15A49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97516-497A-426B-BEB6-ECFE4345A93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2B841-C321-7353-BF5D-ABEA98948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8C887-F7D4-1CDC-4D73-619E6497E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C78F6-4E32-46F8-A1A9-D90B48E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1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hilislam007/sales-datas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hilislam007/sales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hilislam007/sales-datas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A0FE-DF97-227D-CFAC-C6590064B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3939494"/>
          </a:xfrm>
        </p:spPr>
        <p:txBody>
          <a:bodyPr anchor="ctr">
            <a:noAutofit/>
          </a:bodyPr>
          <a:lstStyle/>
          <a:p>
            <a:r>
              <a:rPr lang="en-US" sz="124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Analysis of Sales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22D76-0338-7099-D7D0-B852FD50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1000"/>
            <a:ext cx="9144000" cy="10668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Grace Imanuela Ruttun Karoma’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2856430-66F5-EC69-724D-9986C51E8124}"/>
              </a:ext>
            </a:extLst>
          </p:cNvPr>
          <p:cNvCxnSpPr>
            <a:cxnSpLocks/>
          </p:cNvCxnSpPr>
          <p:nvPr/>
        </p:nvCxnSpPr>
        <p:spPr>
          <a:xfrm>
            <a:off x="1785257" y="1774370"/>
            <a:ext cx="8621486" cy="0"/>
          </a:xfrm>
          <a:prstGeom prst="line">
            <a:avLst/>
          </a:prstGeom>
          <a:ln w="76200">
            <a:solidFill>
              <a:srgbClr val="5EAB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9239486-40C8-DFFB-CFD5-E246A5CFC770}"/>
              </a:ext>
            </a:extLst>
          </p:cNvPr>
          <p:cNvCxnSpPr>
            <a:cxnSpLocks/>
          </p:cNvCxnSpPr>
          <p:nvPr/>
        </p:nvCxnSpPr>
        <p:spPr>
          <a:xfrm>
            <a:off x="1785257" y="5214256"/>
            <a:ext cx="8621486" cy="0"/>
          </a:xfrm>
          <a:prstGeom prst="line">
            <a:avLst/>
          </a:prstGeom>
          <a:ln w="76200">
            <a:solidFill>
              <a:srgbClr val="5EAB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699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C2060-4A62-D29D-B505-6048D8AED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Analysis Background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8F97AB-8926-8609-9CE0-958E6099D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52469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dataset is from 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  <a:hlinkClick r:id="rId2"/>
              </a:rPr>
              <a:t>Kaggle.com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</a:p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There is a sales dataset table with 8 columns, there are: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Unnamed: 0	= Auto index 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Date		= The date the transaction occurred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Gender		= The gender of the customers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Age			= The age of the customers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Product Category	= The category of the products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Quantity		= The number of products purchased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Price per unit	= Price of the single products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Total Amount	= Total sales of the products (quantity x price per unit)</a:t>
            </a:r>
          </a:p>
          <a:p>
            <a:pPr marL="0" indent="0">
              <a:buSzPct val="50000"/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There are 1000 rows and 8 columns</a:t>
            </a:r>
          </a:p>
        </p:txBody>
      </p:sp>
    </p:spTree>
    <p:extLst>
      <p:ext uri="{BB962C8B-B14F-4D97-AF65-F5344CB8AC3E}">
        <p14:creationId xmlns:p14="http://schemas.microsoft.com/office/powerpoint/2010/main" val="124959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14D45-FF09-29FF-1C6D-01FA5EB7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AAB6-0085-4B66-ACEF-0E1832BC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DA4AF-8A61-820E-1445-B48CD776E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52469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dataset is from 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  <a:hlinkClick r:id="rId2"/>
              </a:rPr>
              <a:t>Kaggle.com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</a:p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There is a sales dataset table with 8 columns, there are: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Unnamed: 0	= Auto index 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Date		= The date the transaction occurred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Gender		= The gender of the customers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Age			= The age of the customers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Product Category	= The category of the products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Quantity		= The number of products purchased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Price per unit	= Price of the single products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Total Amount	= Total sales of the products (quantity x price per unit)</a:t>
            </a:r>
          </a:p>
          <a:p>
            <a:pPr marL="0" indent="0">
              <a:buSzPct val="50000"/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There are 1000 rows and 8 columns</a:t>
            </a:r>
          </a:p>
        </p:txBody>
      </p:sp>
    </p:spTree>
    <p:extLst>
      <p:ext uri="{BB962C8B-B14F-4D97-AF65-F5344CB8AC3E}">
        <p14:creationId xmlns:p14="http://schemas.microsoft.com/office/powerpoint/2010/main" val="80443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CFC5F-4E53-6CDD-1820-317AFCD4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3CF8-6733-6D11-4BA6-2D7408AD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194F7-9288-2B7D-5C04-150E50C17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5246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Dataset table preview</a:t>
            </a:r>
          </a:p>
        </p:txBody>
      </p:sp>
    </p:spTree>
    <p:extLst>
      <p:ext uri="{BB962C8B-B14F-4D97-AF65-F5344CB8AC3E}">
        <p14:creationId xmlns:p14="http://schemas.microsoft.com/office/powerpoint/2010/main" val="125159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38745-909A-C8E7-AEEC-A82AF624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F99DD-4AC9-9788-278A-8758C67E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Tools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A4EBAD-4A17-271F-ADB3-49F63D711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5246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63177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01BA-EF91-4D87-B2F8-232120C98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0505"/>
            <a:ext cx="10515600" cy="457699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 Exploration</a:t>
            </a:r>
            <a:br>
              <a:rPr lang="en-US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</a:br>
            <a:r>
              <a:rPr lang="en-US" sz="6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 Anomalies</a:t>
            </a:r>
            <a:endParaRPr lang="en-US" b="1" dirty="0">
              <a:solidFill>
                <a:srgbClr val="BF092F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2906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0FEE-1C6A-A789-D7A8-702E2C4F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B3364-6EC0-C654-3D0D-4FBC4778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Column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8871A-E75F-4684-B3D5-A65797027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4257"/>
            <a:ext cx="4637314" cy="1926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There are 8 columns in this table. And there is one column that has an unnamed name.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9ADB9E-DCBF-497C-BB9B-81DAAE7E5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115" y="1558942"/>
            <a:ext cx="6596743" cy="1617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379377-0346-AE1F-69DC-F6A2E65DBAFA}"/>
              </a:ext>
            </a:extLst>
          </p:cNvPr>
          <p:cNvSpPr txBox="1">
            <a:spLocks/>
          </p:cNvSpPr>
          <p:nvPr/>
        </p:nvSpPr>
        <p:spPr>
          <a:xfrm>
            <a:off x="685800" y="3766458"/>
            <a:ext cx="10189030" cy="10232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That is why the unnamed column name changed to the </a:t>
            </a:r>
            <a:r>
              <a:rPr lang="en-US" sz="3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“Row Number” 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column.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4959F3-A1FC-1479-DC7F-16BF2E5BA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7" y="4903143"/>
            <a:ext cx="10840963" cy="1267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0192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C9B7-7D00-9422-04CA-906FA377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D4F7-2560-C1F1-F82B-428BE0EC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Column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6412-30DF-8D65-6DFF-DB5A2032A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4257"/>
            <a:ext cx="1079862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8 columns of data types have one column with incorrect datatypes.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60C53A-C8E5-A818-893C-D773D10A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0" y="2072676"/>
            <a:ext cx="4093029" cy="3307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A0AF99-AE61-38B6-EFF3-5812C1CD0B2A}"/>
              </a:ext>
            </a:extLst>
          </p:cNvPr>
          <p:cNvSpPr txBox="1">
            <a:spLocks/>
          </p:cNvSpPr>
          <p:nvPr/>
        </p:nvSpPr>
        <p:spPr>
          <a:xfrm>
            <a:off x="5116288" y="2061191"/>
            <a:ext cx="6368142" cy="1707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column with incorrect datatypes is the </a:t>
            </a:r>
            <a:r>
              <a:rPr lang="en-US" sz="3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Date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column. The datatype should be a datetime datatype.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9E9930-AE67-A9EA-7DF0-1B4E50865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88" y="3621203"/>
            <a:ext cx="5583501" cy="1036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553BB6-BEC8-F005-824C-38E1EDC42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288" y="4886979"/>
            <a:ext cx="5973009" cy="3715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7828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53B55-788F-E8C2-71F8-CDB0412A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11BF-DD5A-0FAC-CD59-8B9B6E6D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Column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3EF5A-D7F1-C4A2-C484-5F2A7DFA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4257"/>
            <a:ext cx="1079862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</a:t>
            </a:r>
            <a:r>
              <a:rPr lang="en-US" sz="3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Row Number 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column values start with 0. Because there are 1000 rows, the last row number will be 999.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53916D-3C50-6169-F7AD-D83F978010D8}"/>
              </a:ext>
            </a:extLst>
          </p:cNvPr>
          <p:cNvSpPr txBox="1">
            <a:spLocks/>
          </p:cNvSpPr>
          <p:nvPr/>
        </p:nvSpPr>
        <p:spPr>
          <a:xfrm>
            <a:off x="685801" y="4539260"/>
            <a:ext cx="10515600" cy="1098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Instead of starting with 0 and ending with 999. It will be better if the row number starts with 1 and ends with 1000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EF24B9-2C6B-885A-24FF-40C07F60F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1" y="5453742"/>
            <a:ext cx="7273678" cy="12018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19C5C2-35B7-8078-4C05-5E7B13334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242"/>
          <a:stretch>
            <a:fillRect/>
          </a:stretch>
        </p:blipFill>
        <p:spPr>
          <a:xfrm>
            <a:off x="707571" y="2342960"/>
            <a:ext cx="9080208" cy="21309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192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ACE22-1956-6C60-5367-564B93EE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06EA-2147-EB39-BD45-D47C6DA1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Null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D2CF-48DF-FFE9-6521-144D03C0B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4257"/>
            <a:ext cx="1079862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</a:t>
            </a:r>
            <a:r>
              <a:rPr lang="en-US" sz="3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Row Number 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column values start with 0. Because there are 1000 rows, the last row number will be 999.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196E1-F86C-1750-B799-348EFE4EB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257" y="2566646"/>
            <a:ext cx="3296110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530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69A21-B5D0-C5FD-A072-FB4F1BA7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7FCC-E30D-2730-A9D9-68D399D78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 Duplication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78F4D-1B7D-9753-1C20-B6D13D2C8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4257"/>
            <a:ext cx="1079862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duplication can occur for many reasons, like human error, system integration issues, data entry variations, merging data from many sources, etc.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FE7C05-B18A-7B5F-98AA-CE9C7E635F04}"/>
              </a:ext>
            </a:extLst>
          </p:cNvPr>
          <p:cNvSpPr txBox="1">
            <a:spLocks/>
          </p:cNvSpPr>
          <p:nvPr/>
        </p:nvSpPr>
        <p:spPr>
          <a:xfrm>
            <a:off x="685801" y="2503366"/>
            <a:ext cx="10515600" cy="1098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Instead of dropping the duplicates immediately, it is better to show the duplicates to know the reason for the duplicates.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E8583-6879-741D-D515-1F7CB5818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3538828"/>
            <a:ext cx="6744641" cy="11622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0588CF-8ED4-117D-B221-064F53DFE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299" y="3116429"/>
            <a:ext cx="2900101" cy="33764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FF8D84-456E-69C9-56A1-BEDAD3EC0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1" y="4804652"/>
            <a:ext cx="4862309" cy="17918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7078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A5B1-173B-B5C6-B7EF-80C3B431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FD01-5F74-A2A3-5E29-E553187C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 Anomalies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262B-AE30-01AE-CC0F-178F6D553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4257"/>
            <a:ext cx="10798628" cy="4887686"/>
          </a:xfrm>
        </p:spPr>
        <p:txBody>
          <a:bodyPr>
            <a:normAutofit/>
          </a:bodyPr>
          <a:lstStyle/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The unnamed column changed to the </a:t>
            </a:r>
            <a:r>
              <a:rPr lang="en-US" sz="3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Row Number 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column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The date datatype from the object datatype changed to the </a:t>
            </a:r>
            <a:r>
              <a:rPr lang="en-US" sz="3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datetime datatype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The row number starting with 0 and ending with 999 changed to </a:t>
            </a:r>
            <a:r>
              <a:rPr lang="en-US" sz="3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1 to 1000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There are </a:t>
            </a:r>
            <a:r>
              <a:rPr lang="en-US" sz="36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no null values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ds</a:t>
            </a:r>
          </a:p>
        </p:txBody>
      </p:sp>
    </p:spTree>
    <p:extLst>
      <p:ext uri="{BB962C8B-B14F-4D97-AF65-F5344CB8AC3E}">
        <p14:creationId xmlns:p14="http://schemas.microsoft.com/office/powerpoint/2010/main" val="1195673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A1C1-1966-0227-1D3C-8F9ADD9B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7CFF-0234-AA0C-805F-79AD2BD9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Data Anomalies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B6D8E-B50C-54A6-05C1-25B706531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4257"/>
            <a:ext cx="10798628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duplication can occur for many reasons, like human error, system integration issues, data entry variations, merging data from many sources, etc.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DC49E-561E-10D0-C1DC-3A966809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93" y="2598114"/>
            <a:ext cx="7489273" cy="30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05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4B12-ED23-E77B-0F52-2D914056D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C8BD-2873-2DB3-D481-31F16D68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BF092F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Summary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F00103-C88A-2DC5-E2DF-1751A895F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257"/>
            <a:ext cx="10515600" cy="52469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 dataset is from 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  <a:hlinkClick r:id="rId2"/>
              </a:rPr>
              <a:t>Kaggle.com</a:t>
            </a: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</a:p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There is a sales dataset table with 8 columns, there are: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Unnamed: 0	= Auto index 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Date		= The date the transaction occurred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Gender		= The gender of the customers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Age			= The age of the customers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Product Category	= The category of the products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Quantity		= The number of products purchased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Price per unit	= Price of the single products</a:t>
            </a:r>
          </a:p>
          <a:p>
            <a:pPr>
              <a:buSzPct val="50000"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Total Amount	= Total sales of the products (quantity x price per unit)</a:t>
            </a:r>
          </a:p>
          <a:p>
            <a:pPr marL="0" indent="0">
              <a:buSzPct val="50000"/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There are 1000 rows and 8 columns</a:t>
            </a:r>
          </a:p>
        </p:txBody>
      </p:sp>
    </p:spTree>
    <p:extLst>
      <p:ext uri="{BB962C8B-B14F-4D97-AF65-F5344CB8AC3E}">
        <p14:creationId xmlns:p14="http://schemas.microsoft.com/office/powerpoint/2010/main" val="4217526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646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Arabic Typesetting</vt:lpstr>
      <vt:lpstr>Arial</vt:lpstr>
      <vt:lpstr>Calibri</vt:lpstr>
      <vt:lpstr>Calibri Light</vt:lpstr>
      <vt:lpstr>Office Theme</vt:lpstr>
      <vt:lpstr>Analysis of Sales Dataset</vt:lpstr>
      <vt:lpstr>Analysis Background</vt:lpstr>
      <vt:lpstr>Dataset</vt:lpstr>
      <vt:lpstr>Dataset</vt:lpstr>
      <vt:lpstr>Tools</vt:lpstr>
      <vt:lpstr>Data Exploration Data Anomalies</vt:lpstr>
      <vt:lpstr>Column Names</vt:lpstr>
      <vt:lpstr>Column Datatypes</vt:lpstr>
      <vt:lpstr>Column Values</vt:lpstr>
      <vt:lpstr>Null Values</vt:lpstr>
      <vt:lpstr>Data Duplication</vt:lpstr>
      <vt:lpstr>Data Anomalies Conclusions</vt:lpstr>
      <vt:lpstr>Data Anomalies Conclusions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Imanuela</dc:creator>
  <cp:lastModifiedBy>Grace Imanuela</cp:lastModifiedBy>
  <cp:revision>10</cp:revision>
  <dcterms:created xsi:type="dcterms:W3CDTF">2026-01-12T02:22:22Z</dcterms:created>
  <dcterms:modified xsi:type="dcterms:W3CDTF">2026-01-12T03:32:46Z</dcterms:modified>
</cp:coreProperties>
</file>